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Cairo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9602ba4e-f484-42d5-8623-2017af192f4c.fntdata" /><ns0:Relationship Id="rIdFont14" Type="http://schemas.openxmlformats.org/officeDocument/2006/relationships/font" Target="fonts/99c2dfff-a48b-448e-9437-5a64e496fc4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210675" y="2124967"/>
            <a:ext cx="2371725" cy="400050"/>
          </a:xfrm>
          <a:prstGeom prst="roundRect">
            <a:avLst>
              <a:gd name="adj" fmla="val 4761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7425" y="4151858"/>
            <a:ext cx="1704975" cy="581025"/>
          </a:xfrm>
          <a:prstGeom prst="roundRect">
            <a:avLst>
              <a:gd name="adj" fmla="val 19672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67337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90" y="2366813"/>
            <a:ext cx="3898255" cy="212422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0" y="2248792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63075" y="2182117"/>
            <a:ext cx="21621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Cairo"/>
              </a:rPr>
              <a:t>تجربة سياحية وريفية فريدة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6937" y="2715517"/>
            <a:ext cx="6215062" cy="6171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b="1" sz="4050" i="0" u="none">
                <a:solidFill>
                  <a:srgbClr val="166534"/>
                </a:solidFill>
                <a:latin typeface="Cairo"/>
              </a:rPr>
              <a:t>المزرعة السعيدة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6937" y="3485108"/>
            <a:ext cx="57007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74151"/>
                </a:solidFill>
                <a:latin typeface="Cairo"/>
              </a:rPr>
              <a:t>رحلات استكشافية إلى أجمل مزارع وشلالات وجزر مصر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4125" y="4266158"/>
            <a:ext cx="12668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Cairo"/>
              </a:rPr>
              <a:t>700 جنيه للفرد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3875" y="4299495"/>
            <a:ext cx="1676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B5563"/>
                </a:solidFill>
                <a:latin typeface="Cairo"/>
              </a:rPr>
              <a:t>(شاملة الأنشطة بالمزرعة)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77200" y="2900362"/>
            <a:ext cx="3505200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00362"/>
            <a:ext cx="3505200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00362"/>
            <a:ext cx="3505200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675" y="3214687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5" y="3214687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075" y="3214687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1837" y="3357562"/>
            <a:ext cx="21907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462" y="3357562"/>
            <a:ext cx="2762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Cairo"/>
              </a:rPr>
              <a:t>وجهاتنا المميزة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57250"/>
            <a:ext cx="115824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Cairo"/>
              </a:rPr>
              <a:t>وجهات ورحلات فريدة من نوعها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900487"/>
            <a:ext cx="312039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Cairo"/>
              </a:rPr>
              <a:t>مزارع الأقصر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4481512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Cairo"/>
              </a:rPr>
              <a:t>جولات بين الطبيعة الخضراء وتجربة الحياة الريفية الأصيلة.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900487"/>
            <a:ext cx="312039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Cairo"/>
              </a:rPr>
              <a:t>شلالات الفيوم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4481512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Cairo"/>
              </a:rPr>
              <a:t>استمتاع بالمناظر الطبيعية والخلابة وسط أجواء الاسترخاء.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900487"/>
            <a:ext cx="312039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Cairo"/>
              </a:rPr>
              <a:t>جزر أسوان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481512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Cairo"/>
              </a:rPr>
              <a:t>استكشاف جزر النيل الساحرة والتعرف على سحر الجنوب.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04519" y="2133600"/>
            <a:ext cx="6377880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04519" y="3486150"/>
            <a:ext cx="6377880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04519" y="4838700"/>
            <a:ext cx="6377880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52675"/>
            <a:ext cx="4252019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2466975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3819525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5172075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5662" y="2609850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1375" y="3962400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1375" y="5314950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0680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Cairo"/>
              </a:rPr>
              <a:t>أنشطة المزرعة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857250"/>
            <a:ext cx="115824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Cairo"/>
              </a:rPr>
              <a:t>تجارب تفاعلية وفنون ترفيهية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2362200"/>
            <a:ext cx="454056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Cairo"/>
              </a:rPr>
              <a:t>قطف وجني الثمار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752725"/>
            <a:ext cx="4324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Cairo"/>
              </a:rPr>
              <a:t>تجربة قطف المحاصيل الزراعية الطازجة بيدك مباشر من المزرعة.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3714750"/>
            <a:ext cx="4470558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Cairo"/>
              </a:rPr>
              <a:t>ورش الرسم على الفخار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4105275"/>
            <a:ext cx="42576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Cairo"/>
              </a:rPr>
              <a:t>إبراز المواهب الفنية وتلوين قطع الفخار للتذكار وتنمية الإبداع.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8975" y="5067300"/>
            <a:ext cx="3910488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Cairo"/>
              </a:rPr>
              <a:t>عروض وترويج فنون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8975" y="5457825"/>
            <a:ext cx="3724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Cairo"/>
              </a:rPr>
              <a:t>فقرات ترفيهية وفنية متنوعة تناسب الأفراد والعائلات.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31135" y="2762250"/>
            <a:ext cx="5351264" cy="2609850"/>
          </a:xfrm>
          <a:prstGeom prst="roundRect">
            <a:avLst>
              <a:gd name="adj" fmla="val 8759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685" y="2990850"/>
            <a:ext cx="209550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260" y="3848100"/>
            <a:ext cx="180975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535" y="4705350"/>
            <a:ext cx="26670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0680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Cairo"/>
              </a:rPr>
              <a:t>عرض الرحلة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57250"/>
            <a:ext cx="115824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Cairo"/>
              </a:rPr>
              <a:t>سعر التذكرة وتفاصيل الاشتراك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3842" y="3238500"/>
            <a:ext cx="108585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66534"/>
                </a:solidFill>
                <a:latin typeface="Cairo"/>
              </a:rPr>
              <a:t>سعر الفرد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3767" y="3743325"/>
            <a:ext cx="2286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15803D"/>
                </a:solidFill>
                <a:latin typeface="Cairo"/>
              </a:rPr>
              <a:t>700 </a:t>
            </a:r>
            <a:r>
              <a:rPr b="1" sz="2100" i="0" u="none">
                <a:solidFill>
                  <a:srgbClr val="15803D"/>
                </a:solidFill>
                <a:latin typeface="Cairo"/>
              </a:rPr>
              <a:t>ج.م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7049" y="4581525"/>
            <a:ext cx="311943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74151"/>
                </a:solidFill>
                <a:latin typeface="Cairo"/>
              </a:rPr>
              <a:t>داخل المزرعة شامل الأنشطة الفنية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535" y="2876550"/>
            <a:ext cx="520065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Cairo"/>
              </a:rPr>
              <a:t>شامل الأنشطة والفعاليات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535" y="3228975"/>
            <a:ext cx="4953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Cairo"/>
              </a:rPr>
              <a:t>دخول المزرعة، قطف الثمار، والأدوات المستخدمة في الرسم على الفخار.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010" y="3733800"/>
            <a:ext cx="484060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Cairo"/>
              </a:rPr>
              <a:t>القتار والوجبات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10" y="4086225"/>
            <a:ext cx="461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Cairo"/>
              </a:rPr>
              <a:t>السعر الموضح خالي من الوجبات (تتوفر خيارات وجبات ريفية اختيارية).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9635" y="4591050"/>
            <a:ext cx="390048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Cairo"/>
              </a:rPr>
              <a:t>مناسب للمجموعات والعائلات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9635" y="4943475"/>
            <a:ext cx="37147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Cairo"/>
              </a:rPr>
              <a:t>برامج مخصصة ورحلات ممتعة لجميع الفئات والأعمار.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65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38575" y="4772025"/>
            <a:ext cx="4514850" cy="704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381125"/>
            <a:ext cx="1143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1724173"/>
            <a:ext cx="838200" cy="4567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875" y="5019675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95587" y="2790825"/>
            <a:ext cx="66008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Cairo"/>
              </a:rPr>
              <a:t>احجز رحلتك القادمة الآن!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800475"/>
            <a:ext cx="8096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DCFCE7"/>
                </a:solidFill>
                <a:latin typeface="Cairo"/>
              </a:rPr>
              <a:t>عيش تجربة ريفية وفنية فريدة في المزرعة السعيدة واستمتع بالطبيعة والهدوء.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0950" y="4924425"/>
            <a:ext cx="4286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66534"/>
                </a:solidFill>
                <a:latin typeface="Cairo"/>
              </a:rPr>
              <a:t>للحجز والاستفسار: تواصل معنا اليوم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185862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71500"/>
            <a:ext cx="1630203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F2937"/>
                </a:solidFill>
                <a:latin typeface="Cairo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9725" y="114300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F2937"/>
                </a:solidFill>
                <a:latin typeface="Cairo"/>
              </a:rPr>
              <a:t>https://www.azureroad.io/wp-content/uploads/2026/06/pexels-tkirkgoz-37375381-scaled.jpg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9200" y="1419225"/>
            <a:ext cx="17811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F2937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Cairo"/>
              </a:rPr>
              <a:t>www.azureroad.io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